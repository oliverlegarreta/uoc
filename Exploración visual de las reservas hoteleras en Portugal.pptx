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 dirty="0"/>
              <a:pPr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E36636D-D922-432D-A958-524484B5923D}" type="datetimeFigureOut">
              <a:rPr lang="en-US" dirty="0"/>
              <a:pPr/>
              <a:t>5/21/2025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AD912-0F8F-5D12-D12B-50EE06930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Exploración visual de las reservas hoteleras en Portugal (2015-2017)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38222C-2F7C-C6A9-BAC5-FB8D3274E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191729"/>
            <a:ext cx="9440034" cy="1049867"/>
          </a:xfrm>
        </p:spPr>
        <p:txBody>
          <a:bodyPr>
            <a:normAutofit/>
          </a:bodyPr>
          <a:lstStyle/>
          <a:p>
            <a:r>
              <a:rPr lang="es-ES" sz="2400" dirty="0"/>
              <a:t>Oliver Legarreta García</a:t>
            </a:r>
          </a:p>
          <a:p>
            <a:r>
              <a:rPr lang="es-ES" sz="2400" dirty="0"/>
              <a:t>Visualización de Datos – PEC 3</a:t>
            </a:r>
          </a:p>
        </p:txBody>
      </p:sp>
    </p:spTree>
    <p:extLst>
      <p:ext uri="{BB962C8B-B14F-4D97-AF65-F5344CB8AC3E}">
        <p14:creationId xmlns:p14="http://schemas.microsoft.com/office/powerpoint/2010/main" val="3171631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B9C98-6C04-7F28-68B1-35FA2258C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Presentación del </a:t>
            </a:r>
            <a:r>
              <a:rPr lang="es-ES" dirty="0" err="1"/>
              <a:t>Dataset</a:t>
            </a:r>
            <a:endParaRPr lang="es-E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33481F-845C-9CC4-39C8-90CED7A6C730}"/>
              </a:ext>
            </a:extLst>
          </p:cNvPr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/>
              <a:t>Datos de 119,390 </a:t>
            </a:r>
            <a:r>
              <a:rPr dirty="0" err="1"/>
              <a:t>reservas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hoteles</a:t>
            </a:r>
            <a:r>
              <a:rPr dirty="0"/>
              <a:t> de Portugal (2015–2017)</a:t>
            </a:r>
            <a:endParaRPr lang="es-ES" dirty="0"/>
          </a:p>
          <a:p>
            <a:r>
              <a:rPr dirty="0"/>
              <a:t>32 variables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precios</a:t>
            </a:r>
            <a:r>
              <a:rPr dirty="0"/>
              <a:t>, </a:t>
            </a:r>
            <a:r>
              <a:rPr dirty="0" err="1"/>
              <a:t>fechas</a:t>
            </a:r>
            <a:r>
              <a:rPr dirty="0"/>
              <a:t>, </a:t>
            </a:r>
            <a:r>
              <a:rPr dirty="0" err="1"/>
              <a:t>nacionalidad</a:t>
            </a:r>
            <a:r>
              <a:rPr dirty="0"/>
              <a:t>, </a:t>
            </a:r>
            <a:r>
              <a:rPr dirty="0" err="1"/>
              <a:t>cancelaciones</a:t>
            </a:r>
            <a:r>
              <a:rPr dirty="0"/>
              <a:t> y </a:t>
            </a:r>
            <a:r>
              <a:rPr dirty="0" err="1"/>
              <a:t>más</a:t>
            </a:r>
            <a:r>
              <a:rPr dirty="0"/>
              <a:t>.</a:t>
            </a:r>
            <a:endParaRPr lang="es-ES" dirty="0"/>
          </a:p>
          <a:p>
            <a:r>
              <a:rPr lang="es-ES" dirty="0"/>
              <a:t>Preproceso necesario para limpiar los datos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0260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Limpieza y Filtrado de Datos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E14BA4E-E485-36C9-A179-C220E9B64C79}"/>
              </a:ext>
            </a:extLst>
          </p:cNvPr>
          <p:cNvSpPr>
            <a:spLocks noGrp="1"/>
          </p:cNvSpPr>
          <p:nvPr/>
        </p:nvSpPr>
        <p:spPr>
          <a:xfrm>
            <a:off x="656214" y="1926562"/>
            <a:ext cx="4538357" cy="3413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 err="1"/>
              <a:t>Eliminación</a:t>
            </a:r>
            <a:r>
              <a:rPr dirty="0"/>
              <a:t> de outliers </a:t>
            </a:r>
            <a:r>
              <a:rPr dirty="0" err="1"/>
              <a:t>en</a:t>
            </a:r>
            <a:r>
              <a:rPr dirty="0"/>
              <a:t> 'adults', '</a:t>
            </a:r>
            <a:r>
              <a:rPr dirty="0" err="1"/>
              <a:t>adr</a:t>
            </a:r>
            <a:r>
              <a:rPr dirty="0"/>
              <a:t>' y 'babies'. </a:t>
            </a:r>
            <a:endParaRPr lang="es-ES" dirty="0"/>
          </a:p>
          <a:p>
            <a:r>
              <a:rPr dirty="0" err="1"/>
              <a:t>Sustitución</a:t>
            </a:r>
            <a:r>
              <a:rPr dirty="0"/>
              <a:t> de NAs y </a:t>
            </a:r>
            <a:r>
              <a:rPr dirty="0" err="1"/>
              <a:t>filtrado</a:t>
            </a:r>
            <a:r>
              <a:rPr dirty="0"/>
              <a:t> de </a:t>
            </a:r>
            <a:r>
              <a:rPr dirty="0" err="1"/>
              <a:t>registros</a:t>
            </a:r>
            <a:r>
              <a:rPr dirty="0"/>
              <a:t> </a:t>
            </a:r>
            <a:r>
              <a:rPr dirty="0" err="1"/>
              <a:t>inconsistentes</a:t>
            </a:r>
            <a:r>
              <a:rPr dirty="0"/>
              <a:t>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6F25E04-5887-BC48-2BC1-6BCACDB9F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119" y="1999519"/>
            <a:ext cx="6139671" cy="32680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45A38F-819F-394A-AB3D-A71786D6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2524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es-ES" dirty="0"/>
              <a:t>Diferencia de precios entre hoteles urbanos y resorts</a:t>
            </a: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87E17CEE-A7CA-DB30-9FDD-D7C5E57E87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29974" y="3276600"/>
            <a:ext cx="2318426" cy="231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8209323-2D79-4C3D-58A5-DE3E2F4C9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623" y="1647928"/>
            <a:ext cx="7723553" cy="479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243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F0E1774-1744-EA5E-3E1C-619BF9841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58392"/>
            <a:ext cx="10353762" cy="97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600" dirty="0"/>
              <a:t>Nacionalidad</a:t>
            </a:r>
            <a:r>
              <a:rPr lang="es-ES" dirty="0"/>
              <a:t> y elección de hotel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BD7B10E-87D4-8F61-6D47-B311D2655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052" y="1781017"/>
            <a:ext cx="7078708" cy="436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91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D08668B-0087-137A-DA18-F81E2ADE8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55763"/>
            <a:ext cx="10353762" cy="97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dirty="0"/>
              <a:t>¿</a:t>
            </a:r>
            <a:r>
              <a:rPr sz="3600" dirty="0" err="1"/>
              <a:t>Quién</a:t>
            </a:r>
            <a:r>
              <a:rPr sz="3600" dirty="0"/>
              <a:t> </a:t>
            </a:r>
            <a:r>
              <a:rPr sz="3600" dirty="0" err="1"/>
              <a:t>cancela</a:t>
            </a:r>
            <a:r>
              <a:rPr sz="3600" dirty="0"/>
              <a:t> </a:t>
            </a:r>
            <a:r>
              <a:rPr sz="3600" dirty="0" err="1"/>
              <a:t>más</a:t>
            </a:r>
            <a:r>
              <a:rPr sz="3600" dirty="0"/>
              <a:t>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06E3590-34B2-1FCC-6932-54C8742A7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668" y="1640340"/>
            <a:ext cx="7981950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381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4399E1C-A5AD-9B32-1BEE-0959778EC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187" y="1602503"/>
            <a:ext cx="7800975" cy="48387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FE2CC40-5754-6ED1-C3F2-39CEA797C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266072"/>
            <a:ext cx="10353762" cy="97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3600" dirty="0" err="1"/>
              <a:t>Cancelaciones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lang="es-ES" dirty="0"/>
              <a:t>p</a:t>
            </a:r>
            <a:r>
              <a:rPr dirty="0" err="1"/>
              <a:t>aís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4103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0D573-CEE4-F1AE-4218-178418E74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AE1EA-630C-C720-67F7-7CFDE4A15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278859"/>
            <a:ext cx="10353762" cy="970450"/>
          </a:xfrm>
        </p:spPr>
        <p:txBody>
          <a:bodyPr>
            <a:normAutofit/>
          </a:bodyPr>
          <a:lstStyle/>
          <a:p>
            <a:r>
              <a:rPr lang="es-ES" dirty="0"/>
              <a:t>Evolución</a:t>
            </a:r>
            <a:r>
              <a:rPr lang="es-ES" sz="3600" dirty="0"/>
              <a:t> Temporal de Reservas</a:t>
            </a:r>
            <a:endParaRPr sz="36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B74D01-2168-EB35-C002-8D581F45D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513" y="1580050"/>
            <a:ext cx="7934325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489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6DCB21-680B-6AC3-F67E-C321AB94B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A91AF8-57CA-451C-A923-87FA7CD813FE}"/>
              </a:ext>
            </a:extLst>
          </p:cNvPr>
          <p:cNvSpPr txBox="1"/>
          <p:nvPr/>
        </p:nvSpPr>
        <p:spPr>
          <a:xfrm>
            <a:off x="486698" y="2022518"/>
            <a:ext cx="1120795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s-ES" sz="3200" dirty="0"/>
              <a:t>Turismo nacional por encima del internacional en número de     reservas y cancelaciones</a:t>
            </a:r>
          </a:p>
          <a:p>
            <a:endParaRPr lang="es-ES" sz="3200" dirty="0"/>
          </a:p>
          <a:p>
            <a:pPr marL="457200" indent="-457200">
              <a:buFontTx/>
              <a:buChar char="-"/>
            </a:pPr>
            <a:r>
              <a:rPr lang="es-ES" sz="3200" dirty="0"/>
              <a:t>Hoteles urbanos presentan mayor variedad de precios y mayor cantidad de reservas</a:t>
            </a:r>
          </a:p>
          <a:p>
            <a:endParaRPr lang="es-ES" sz="3200" dirty="0"/>
          </a:p>
          <a:p>
            <a:pPr marL="457200" indent="-457200">
              <a:buFontTx/>
              <a:buChar char="-"/>
            </a:pPr>
            <a:r>
              <a:rPr lang="es-ES" sz="3200" dirty="0"/>
              <a:t>Los resorts tienen precios más compactos y algo más altos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3A1714A-802A-F06B-156E-C1DD7AE7EB75}"/>
              </a:ext>
            </a:extLst>
          </p:cNvPr>
          <p:cNvSpPr txBox="1"/>
          <p:nvPr/>
        </p:nvSpPr>
        <p:spPr>
          <a:xfrm>
            <a:off x="1203709" y="40089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170808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TM04033929[[fn=Pizarra]]</Template>
  <TotalTime>128</TotalTime>
  <Words>139</Words>
  <Application>Microsoft Office PowerPoint</Application>
  <PresentationFormat>Panorámica</PresentationFormat>
  <Paragraphs>21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Calisto MT</vt:lpstr>
      <vt:lpstr>Wingdings 2</vt:lpstr>
      <vt:lpstr>Pizarra</vt:lpstr>
      <vt:lpstr>Exploración visual de las reservas hoteleras en Portugal (2015-2017)</vt:lpstr>
      <vt:lpstr>Presentación del Dataset</vt:lpstr>
      <vt:lpstr>Limpieza y Filtrado de Datos</vt:lpstr>
      <vt:lpstr>Diferencia de precios entre hoteles urbanos y resorts</vt:lpstr>
      <vt:lpstr>Nacionalidad y elección de hotel</vt:lpstr>
      <vt:lpstr>¿Quién cancela más?</vt:lpstr>
      <vt:lpstr>Cancelaciones por país</vt:lpstr>
      <vt:lpstr>Evolución Temporal de Reservas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Legarreta García</dc:creator>
  <cp:lastModifiedBy>Oliver Legarreta García</cp:lastModifiedBy>
  <cp:revision>2</cp:revision>
  <dcterms:created xsi:type="dcterms:W3CDTF">2025-05-21T17:05:00Z</dcterms:created>
  <dcterms:modified xsi:type="dcterms:W3CDTF">2025-05-21T19:13:24Z</dcterms:modified>
</cp:coreProperties>
</file>